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881" r:id="rId2"/>
  </p:sldMasterIdLst>
  <p:notesMasterIdLst>
    <p:notesMasterId r:id="rId9"/>
  </p:notesMasterIdLst>
  <p:handoutMasterIdLst>
    <p:handoutMasterId r:id="rId10"/>
  </p:handoutMasterIdLst>
  <p:sldIdLst>
    <p:sldId id="288" r:id="rId3"/>
    <p:sldId id="289" r:id="rId4"/>
    <p:sldId id="290" r:id="rId5"/>
    <p:sldId id="291" r:id="rId6"/>
    <p:sldId id="292" r:id="rId7"/>
    <p:sldId id="293" r:id="rId8"/>
  </p:sldIdLst>
  <p:sldSz cx="9144000" cy="5143500" type="screen16x9"/>
  <p:notesSz cx="6858000" cy="9144000"/>
  <p:defaultTextStyle>
    <a:defPPr>
      <a:defRPr lang="de-DE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451"/>
    <a:srgbClr val="262A31"/>
    <a:srgbClr val="B2B2B2"/>
    <a:srgbClr val="C9C9C9"/>
    <a:srgbClr val="969696"/>
    <a:srgbClr val="4D4D4D"/>
    <a:srgbClr val="242424"/>
    <a:srgbClr val="79B2D4"/>
    <a:srgbClr val="91B7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87858" autoAdjust="0"/>
  </p:normalViewPr>
  <p:slideViewPr>
    <p:cSldViewPr snapToGrid="0" snapToObjects="1" showGuides="1">
      <p:cViewPr varScale="1">
        <p:scale>
          <a:sx n="154" d="100"/>
          <a:sy n="154" d="100"/>
        </p:scale>
        <p:origin x="246" y="13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67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85" d="100"/>
          <a:sy n="85" d="100"/>
        </p:scale>
        <p:origin x="38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5B8154-5D05-42AB-B45C-1C0ED572B34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972553C-1A22-4964-A3CE-75984E786FC8}">
      <dgm:prSet/>
      <dgm:spPr/>
      <dgm:t>
        <a:bodyPr/>
        <a:lstStyle/>
        <a:p>
          <a:r>
            <a:rPr lang="de-DE"/>
            <a:t>Korrelation Hautfarbe mit Occupation und Skill Level</a:t>
          </a:r>
          <a:endParaRPr lang="en-US"/>
        </a:p>
      </dgm:t>
    </dgm:pt>
    <dgm:pt modelId="{93019171-3A0F-419F-A846-42FCD7C22B22}" type="parTrans" cxnId="{F8484BC7-5935-4DC9-98B0-3711EEBEFA35}">
      <dgm:prSet/>
      <dgm:spPr/>
      <dgm:t>
        <a:bodyPr/>
        <a:lstStyle/>
        <a:p>
          <a:endParaRPr lang="en-US"/>
        </a:p>
      </dgm:t>
    </dgm:pt>
    <dgm:pt modelId="{3200E077-8FB4-4B71-AB6B-77711FD57E85}" type="sibTrans" cxnId="{F8484BC7-5935-4DC9-98B0-3711EEBEFA35}">
      <dgm:prSet/>
      <dgm:spPr/>
      <dgm:t>
        <a:bodyPr/>
        <a:lstStyle/>
        <a:p>
          <a:endParaRPr lang="en-US"/>
        </a:p>
      </dgm:t>
    </dgm:pt>
    <dgm:pt modelId="{8DFC0B8E-3A72-4083-A498-B655D88DC924}">
      <dgm:prSet/>
      <dgm:spPr/>
      <dgm:t>
        <a:bodyPr/>
        <a:lstStyle/>
        <a:p>
          <a:r>
            <a:rPr lang="de-DE"/>
            <a:t>Korrelation Herkunft und Occupation</a:t>
          </a:r>
          <a:endParaRPr lang="en-US"/>
        </a:p>
      </dgm:t>
    </dgm:pt>
    <dgm:pt modelId="{F40B42C6-E4D0-4E14-ADEC-05D2A64FC730}" type="parTrans" cxnId="{EF3EE5B5-C8D7-4845-812A-F658CCE53508}">
      <dgm:prSet/>
      <dgm:spPr/>
      <dgm:t>
        <a:bodyPr/>
        <a:lstStyle/>
        <a:p>
          <a:endParaRPr lang="en-US"/>
        </a:p>
      </dgm:t>
    </dgm:pt>
    <dgm:pt modelId="{7EFB764C-B033-4442-B779-03779AE1A160}" type="sibTrans" cxnId="{EF3EE5B5-C8D7-4845-812A-F658CCE53508}">
      <dgm:prSet/>
      <dgm:spPr/>
      <dgm:t>
        <a:bodyPr/>
        <a:lstStyle/>
        <a:p>
          <a:endParaRPr lang="en-US"/>
        </a:p>
      </dgm:t>
    </dgm:pt>
    <dgm:pt modelId="{9FC0F41E-AED7-46A2-AA1D-F67ACD9AE1B3}" type="pres">
      <dgm:prSet presAssocID="{6B5B8154-5D05-42AB-B45C-1C0ED572B345}" presName="root" presStyleCnt="0">
        <dgm:presLayoutVars>
          <dgm:dir/>
          <dgm:resizeHandles val="exact"/>
        </dgm:presLayoutVars>
      </dgm:prSet>
      <dgm:spPr/>
    </dgm:pt>
    <dgm:pt modelId="{72EAAD20-F059-4B0C-B3E0-56D175CAFD2A}" type="pres">
      <dgm:prSet presAssocID="{C972553C-1A22-4964-A3CE-75984E786FC8}" presName="compNode" presStyleCnt="0"/>
      <dgm:spPr/>
    </dgm:pt>
    <dgm:pt modelId="{B6CFA489-F896-457E-BA20-69D3400549CC}" type="pres">
      <dgm:prSet presAssocID="{C972553C-1A22-4964-A3CE-75984E786FC8}" presName="bgRect" presStyleLbl="bgShp" presStyleIdx="0" presStyleCnt="2"/>
      <dgm:spPr/>
    </dgm:pt>
    <dgm:pt modelId="{B6664546-8BA8-4BE5-A638-3C6A2992BBC9}" type="pres">
      <dgm:prSet presAssocID="{C972553C-1A22-4964-A3CE-75984E786FC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E192FF48-701F-48A0-AC28-00D1684B9220}" type="pres">
      <dgm:prSet presAssocID="{C972553C-1A22-4964-A3CE-75984E786FC8}" presName="spaceRect" presStyleCnt="0"/>
      <dgm:spPr/>
    </dgm:pt>
    <dgm:pt modelId="{86A30377-D5E2-4A8F-BE74-D34DE0573F70}" type="pres">
      <dgm:prSet presAssocID="{C972553C-1A22-4964-A3CE-75984E786FC8}" presName="parTx" presStyleLbl="revTx" presStyleIdx="0" presStyleCnt="2">
        <dgm:presLayoutVars>
          <dgm:chMax val="0"/>
          <dgm:chPref val="0"/>
        </dgm:presLayoutVars>
      </dgm:prSet>
      <dgm:spPr/>
    </dgm:pt>
    <dgm:pt modelId="{69282E45-A1A6-4CD3-95B1-4227C1017F27}" type="pres">
      <dgm:prSet presAssocID="{3200E077-8FB4-4B71-AB6B-77711FD57E85}" presName="sibTrans" presStyleCnt="0"/>
      <dgm:spPr/>
    </dgm:pt>
    <dgm:pt modelId="{EDCC1C1D-9217-48B7-A194-E20CFD0E1476}" type="pres">
      <dgm:prSet presAssocID="{8DFC0B8E-3A72-4083-A498-B655D88DC924}" presName="compNode" presStyleCnt="0"/>
      <dgm:spPr/>
    </dgm:pt>
    <dgm:pt modelId="{A3C9C211-0BF8-4D6A-A559-F812BE475D31}" type="pres">
      <dgm:prSet presAssocID="{8DFC0B8E-3A72-4083-A498-B655D88DC924}" presName="bgRect" presStyleLbl="bgShp" presStyleIdx="1" presStyleCnt="2"/>
      <dgm:spPr/>
    </dgm:pt>
    <dgm:pt modelId="{B574E169-170B-4C27-B0AE-53DD073AF27C}" type="pres">
      <dgm:prSet presAssocID="{8DFC0B8E-3A72-4083-A498-B655D88DC92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3954C36-DAE3-4567-AB19-C6710534FC38}" type="pres">
      <dgm:prSet presAssocID="{8DFC0B8E-3A72-4083-A498-B655D88DC924}" presName="spaceRect" presStyleCnt="0"/>
      <dgm:spPr/>
    </dgm:pt>
    <dgm:pt modelId="{22A4B873-04EA-4B43-9DBD-73CA340C876D}" type="pres">
      <dgm:prSet presAssocID="{8DFC0B8E-3A72-4083-A498-B655D88DC92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94CC96A-C10B-4235-BE54-7EEC0FB9839D}" type="presOf" srcId="{C972553C-1A22-4964-A3CE-75984E786FC8}" destId="{86A30377-D5E2-4A8F-BE74-D34DE0573F70}" srcOrd="0" destOrd="0" presId="urn:microsoft.com/office/officeart/2018/2/layout/IconVerticalSolidList"/>
    <dgm:cxn modelId="{C2B4457C-193B-4CAE-875C-4529A2E7284F}" type="presOf" srcId="{6B5B8154-5D05-42AB-B45C-1C0ED572B345}" destId="{9FC0F41E-AED7-46A2-AA1D-F67ACD9AE1B3}" srcOrd="0" destOrd="0" presId="urn:microsoft.com/office/officeart/2018/2/layout/IconVerticalSolidList"/>
    <dgm:cxn modelId="{191D9F9F-EB6C-4F45-B289-DE176FBAC792}" type="presOf" srcId="{8DFC0B8E-3A72-4083-A498-B655D88DC924}" destId="{22A4B873-04EA-4B43-9DBD-73CA340C876D}" srcOrd="0" destOrd="0" presId="urn:microsoft.com/office/officeart/2018/2/layout/IconVerticalSolidList"/>
    <dgm:cxn modelId="{EF3EE5B5-C8D7-4845-812A-F658CCE53508}" srcId="{6B5B8154-5D05-42AB-B45C-1C0ED572B345}" destId="{8DFC0B8E-3A72-4083-A498-B655D88DC924}" srcOrd="1" destOrd="0" parTransId="{F40B42C6-E4D0-4E14-ADEC-05D2A64FC730}" sibTransId="{7EFB764C-B033-4442-B779-03779AE1A160}"/>
    <dgm:cxn modelId="{F8484BC7-5935-4DC9-98B0-3711EEBEFA35}" srcId="{6B5B8154-5D05-42AB-B45C-1C0ED572B345}" destId="{C972553C-1A22-4964-A3CE-75984E786FC8}" srcOrd="0" destOrd="0" parTransId="{93019171-3A0F-419F-A846-42FCD7C22B22}" sibTransId="{3200E077-8FB4-4B71-AB6B-77711FD57E85}"/>
    <dgm:cxn modelId="{70BE8856-C561-43A6-AF41-DA95B245A9CB}" type="presParOf" srcId="{9FC0F41E-AED7-46A2-AA1D-F67ACD9AE1B3}" destId="{72EAAD20-F059-4B0C-B3E0-56D175CAFD2A}" srcOrd="0" destOrd="0" presId="urn:microsoft.com/office/officeart/2018/2/layout/IconVerticalSolidList"/>
    <dgm:cxn modelId="{2B994329-60FD-4A10-8CBF-9AC8DF4C6601}" type="presParOf" srcId="{72EAAD20-F059-4B0C-B3E0-56D175CAFD2A}" destId="{B6CFA489-F896-457E-BA20-69D3400549CC}" srcOrd="0" destOrd="0" presId="urn:microsoft.com/office/officeart/2018/2/layout/IconVerticalSolidList"/>
    <dgm:cxn modelId="{ACE16255-635E-413E-8B44-4771641A3667}" type="presParOf" srcId="{72EAAD20-F059-4B0C-B3E0-56D175CAFD2A}" destId="{B6664546-8BA8-4BE5-A638-3C6A2992BBC9}" srcOrd="1" destOrd="0" presId="urn:microsoft.com/office/officeart/2018/2/layout/IconVerticalSolidList"/>
    <dgm:cxn modelId="{1C8EBEB1-A987-48B4-8F56-881D1F2BD22A}" type="presParOf" srcId="{72EAAD20-F059-4B0C-B3E0-56D175CAFD2A}" destId="{E192FF48-701F-48A0-AC28-00D1684B9220}" srcOrd="2" destOrd="0" presId="urn:microsoft.com/office/officeart/2018/2/layout/IconVerticalSolidList"/>
    <dgm:cxn modelId="{F41E2577-D2ED-47EC-822E-47DF03499F92}" type="presParOf" srcId="{72EAAD20-F059-4B0C-B3E0-56D175CAFD2A}" destId="{86A30377-D5E2-4A8F-BE74-D34DE0573F70}" srcOrd="3" destOrd="0" presId="urn:microsoft.com/office/officeart/2018/2/layout/IconVerticalSolidList"/>
    <dgm:cxn modelId="{512EAFC7-80A0-4F81-B5DF-9C35EFB74533}" type="presParOf" srcId="{9FC0F41E-AED7-46A2-AA1D-F67ACD9AE1B3}" destId="{69282E45-A1A6-4CD3-95B1-4227C1017F27}" srcOrd="1" destOrd="0" presId="urn:microsoft.com/office/officeart/2018/2/layout/IconVerticalSolidList"/>
    <dgm:cxn modelId="{116570BD-4E15-4643-9AA5-04BCB781943B}" type="presParOf" srcId="{9FC0F41E-AED7-46A2-AA1D-F67ACD9AE1B3}" destId="{EDCC1C1D-9217-48B7-A194-E20CFD0E1476}" srcOrd="2" destOrd="0" presId="urn:microsoft.com/office/officeart/2018/2/layout/IconVerticalSolidList"/>
    <dgm:cxn modelId="{6AEF1625-DE8C-4AFA-B85F-835152B33F6B}" type="presParOf" srcId="{EDCC1C1D-9217-48B7-A194-E20CFD0E1476}" destId="{A3C9C211-0BF8-4D6A-A559-F812BE475D31}" srcOrd="0" destOrd="0" presId="urn:microsoft.com/office/officeart/2018/2/layout/IconVerticalSolidList"/>
    <dgm:cxn modelId="{898F7C02-5D8F-4D53-AE20-1D346D661702}" type="presParOf" srcId="{EDCC1C1D-9217-48B7-A194-E20CFD0E1476}" destId="{B574E169-170B-4C27-B0AE-53DD073AF27C}" srcOrd="1" destOrd="0" presId="urn:microsoft.com/office/officeart/2018/2/layout/IconVerticalSolidList"/>
    <dgm:cxn modelId="{80D51EAA-1276-4E93-B8FC-BB3369EAAE35}" type="presParOf" srcId="{EDCC1C1D-9217-48B7-A194-E20CFD0E1476}" destId="{A3954C36-DAE3-4567-AB19-C6710534FC38}" srcOrd="2" destOrd="0" presId="urn:microsoft.com/office/officeart/2018/2/layout/IconVerticalSolidList"/>
    <dgm:cxn modelId="{28C33206-3070-4009-950C-8DA4490C0572}" type="presParOf" srcId="{EDCC1C1D-9217-48B7-A194-E20CFD0E1476}" destId="{22A4B873-04EA-4B43-9DBD-73CA340C876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CFA489-F896-457E-BA20-69D3400549CC}">
      <dsp:nvSpPr>
        <dsp:cNvPr id="0" name=""/>
        <dsp:cNvSpPr/>
      </dsp:nvSpPr>
      <dsp:spPr>
        <a:xfrm>
          <a:off x="0" y="497449"/>
          <a:ext cx="8229600" cy="91836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664546-8BA8-4BE5-A638-3C6A2992BBC9}">
      <dsp:nvSpPr>
        <dsp:cNvPr id="0" name=""/>
        <dsp:cNvSpPr/>
      </dsp:nvSpPr>
      <dsp:spPr>
        <a:xfrm>
          <a:off x="277806" y="704082"/>
          <a:ext cx="505102" cy="5051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A30377-D5E2-4A8F-BE74-D34DE0573F70}">
      <dsp:nvSpPr>
        <dsp:cNvPr id="0" name=""/>
        <dsp:cNvSpPr/>
      </dsp:nvSpPr>
      <dsp:spPr>
        <a:xfrm>
          <a:off x="1060715" y="497449"/>
          <a:ext cx="7168884" cy="918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94" tIns="97194" rIns="97194" bIns="9719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Korrelation Hautfarbe mit Occupation und Skill Level</a:t>
          </a:r>
          <a:endParaRPr lang="en-US" sz="2500" kern="1200"/>
        </a:p>
      </dsp:txBody>
      <dsp:txXfrm>
        <a:off x="1060715" y="497449"/>
        <a:ext cx="7168884" cy="918368"/>
      </dsp:txXfrm>
    </dsp:sp>
    <dsp:sp modelId="{A3C9C211-0BF8-4D6A-A559-F812BE475D31}">
      <dsp:nvSpPr>
        <dsp:cNvPr id="0" name=""/>
        <dsp:cNvSpPr/>
      </dsp:nvSpPr>
      <dsp:spPr>
        <a:xfrm>
          <a:off x="0" y="1645410"/>
          <a:ext cx="8229600" cy="91836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74E169-170B-4C27-B0AE-53DD073AF27C}">
      <dsp:nvSpPr>
        <dsp:cNvPr id="0" name=""/>
        <dsp:cNvSpPr/>
      </dsp:nvSpPr>
      <dsp:spPr>
        <a:xfrm>
          <a:off x="277806" y="1852042"/>
          <a:ext cx="505102" cy="5051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A4B873-04EA-4B43-9DBD-73CA340C876D}">
      <dsp:nvSpPr>
        <dsp:cNvPr id="0" name=""/>
        <dsp:cNvSpPr/>
      </dsp:nvSpPr>
      <dsp:spPr>
        <a:xfrm>
          <a:off x="1060715" y="1645410"/>
          <a:ext cx="7168884" cy="918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94" tIns="97194" rIns="97194" bIns="9719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Korrelation Herkunft und Occupation</a:t>
          </a:r>
          <a:endParaRPr lang="en-US" sz="2500" kern="1200"/>
        </a:p>
      </dsp:txBody>
      <dsp:txXfrm>
        <a:off x="1060715" y="1645410"/>
        <a:ext cx="7168884" cy="9183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2D1D50A-91A0-4313-AF41-8FA8C1A6F672}" type="datetimeFigureOut">
              <a:rPr lang="de-DE" altLang="de-DE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02.02.2026</a:t>
            </a:fld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835DF71-E1E2-47C3-B9FA-47C07B346B8B}" type="slidenum">
              <a:rPr lang="de-DE" altLang="de-DE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7005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1E3895C-9893-433E-BD86-ABF19E357674}" type="datetimeFigureOut">
              <a:rPr lang="de-DE" altLang="de-DE" smtClean="0"/>
              <a:pPr>
                <a:defRPr/>
              </a:pPr>
              <a:t>02.02.2026</a:t>
            </a:fld>
            <a:endParaRPr lang="de-DE" alt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Mastertextformat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7175416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1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444306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002" y="0"/>
            <a:ext cx="3524250" cy="515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95687" y="2078847"/>
            <a:ext cx="8092705" cy="1487313"/>
          </a:xfrm>
        </p:spPr>
        <p:txBody>
          <a:bodyPr anchor="t"/>
          <a:lstStyle>
            <a:lvl1pPr>
              <a:defRPr sz="2800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95687" y="1606876"/>
            <a:ext cx="6400800" cy="471971"/>
          </a:xfrm>
        </p:spPr>
        <p:txBody>
          <a:bodyPr anchor="b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1"/>
          </p:nvPr>
        </p:nvSpPr>
        <p:spPr>
          <a:xfrm>
            <a:off x="295687" y="4439286"/>
            <a:ext cx="2098597" cy="517525"/>
          </a:xfrm>
        </p:spPr>
        <p:txBody>
          <a:bodyPr>
            <a:noAutofit/>
          </a:bodyPr>
          <a:lstStyle>
            <a:lvl1pPr marL="0" indent="0" algn="l"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2"/>
          </p:nvPr>
        </p:nvSpPr>
        <p:spPr>
          <a:xfrm>
            <a:off x="2453698" y="4444369"/>
            <a:ext cx="2184476" cy="517525"/>
          </a:xfrm>
        </p:spPr>
        <p:txBody>
          <a:bodyPr>
            <a:noAutofit/>
          </a:bodyPr>
          <a:lstStyle>
            <a:lvl1pPr marL="0" indent="0" algn="l"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641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/>
          <p:cNvSpPr>
            <a:spLocks noGrp="1"/>
          </p:cNvSpPr>
          <p:nvPr>
            <p:ph type="body" sz="quarter" idx="13"/>
          </p:nvPr>
        </p:nvSpPr>
        <p:spPr bwMode="auto">
          <a:xfrm>
            <a:off x="3501688" y="-5922"/>
            <a:ext cx="5654316" cy="5152775"/>
          </a:xfrm>
          <a:custGeom>
            <a:avLst/>
            <a:gdLst>
              <a:gd name="connsiteX0" fmla="*/ 0 w 2419350"/>
              <a:gd name="connsiteY0" fmla="*/ 5172957 h 5172957"/>
              <a:gd name="connsiteX1" fmla="*/ 604838 w 2419350"/>
              <a:gd name="connsiteY1" fmla="*/ 0 h 5172957"/>
              <a:gd name="connsiteX2" fmla="*/ 1814513 w 2419350"/>
              <a:gd name="connsiteY2" fmla="*/ 0 h 5172957"/>
              <a:gd name="connsiteX3" fmla="*/ 2419350 w 2419350"/>
              <a:gd name="connsiteY3" fmla="*/ 5172957 h 5172957"/>
              <a:gd name="connsiteX4" fmla="*/ 0 w 2419350"/>
              <a:gd name="connsiteY4" fmla="*/ 5172957 h 5172957"/>
              <a:gd name="connsiteX0" fmla="*/ 0 w 2439138"/>
              <a:gd name="connsiteY0" fmla="*/ 5172957 h 5172957"/>
              <a:gd name="connsiteX1" fmla="*/ 604838 w 2439138"/>
              <a:gd name="connsiteY1" fmla="*/ 0 h 5172957"/>
              <a:gd name="connsiteX2" fmla="*/ 2439138 w 2439138"/>
              <a:gd name="connsiteY2" fmla="*/ 6439 h 5172957"/>
              <a:gd name="connsiteX3" fmla="*/ 2419350 w 2439138"/>
              <a:gd name="connsiteY3" fmla="*/ 5172957 h 5172957"/>
              <a:gd name="connsiteX4" fmla="*/ 0 w 2439138"/>
              <a:gd name="connsiteY4" fmla="*/ 5172957 h 5172957"/>
              <a:gd name="connsiteX0" fmla="*/ 3226626 w 5665764"/>
              <a:gd name="connsiteY0" fmla="*/ 5166518 h 5166518"/>
              <a:gd name="connsiteX1" fmla="*/ 0 w 5665764"/>
              <a:gd name="connsiteY1" fmla="*/ 6440 h 5166518"/>
              <a:gd name="connsiteX2" fmla="*/ 5665764 w 5665764"/>
              <a:gd name="connsiteY2" fmla="*/ 0 h 5166518"/>
              <a:gd name="connsiteX3" fmla="*/ 5645976 w 5665764"/>
              <a:gd name="connsiteY3" fmla="*/ 5166518 h 5166518"/>
              <a:gd name="connsiteX4" fmla="*/ 3226626 w 5665764"/>
              <a:gd name="connsiteY4" fmla="*/ 5166518 h 5166518"/>
              <a:gd name="connsiteX0" fmla="*/ 2421696 w 5665764"/>
              <a:gd name="connsiteY0" fmla="*/ 5192275 h 5192275"/>
              <a:gd name="connsiteX1" fmla="*/ 0 w 5665764"/>
              <a:gd name="connsiteY1" fmla="*/ 6440 h 5192275"/>
              <a:gd name="connsiteX2" fmla="*/ 5665764 w 5665764"/>
              <a:gd name="connsiteY2" fmla="*/ 0 h 5192275"/>
              <a:gd name="connsiteX3" fmla="*/ 5645976 w 5665764"/>
              <a:gd name="connsiteY3" fmla="*/ 5166518 h 5192275"/>
              <a:gd name="connsiteX4" fmla="*/ 2421696 w 5665764"/>
              <a:gd name="connsiteY4" fmla="*/ 5192275 h 5192275"/>
              <a:gd name="connsiteX0" fmla="*/ 2421696 w 5665764"/>
              <a:gd name="connsiteY0" fmla="*/ 5183177 h 5183177"/>
              <a:gd name="connsiteX1" fmla="*/ 0 w 5665764"/>
              <a:gd name="connsiteY1" fmla="*/ 6440 h 5183177"/>
              <a:gd name="connsiteX2" fmla="*/ 5665764 w 5665764"/>
              <a:gd name="connsiteY2" fmla="*/ 0 h 5183177"/>
              <a:gd name="connsiteX3" fmla="*/ 5645976 w 5665764"/>
              <a:gd name="connsiteY3" fmla="*/ 5166518 h 5183177"/>
              <a:gd name="connsiteX4" fmla="*/ 2421696 w 5665764"/>
              <a:gd name="connsiteY4" fmla="*/ 5183177 h 5183177"/>
              <a:gd name="connsiteX0" fmla="*/ 2421696 w 5665764"/>
              <a:gd name="connsiteY0" fmla="*/ 5174079 h 5174079"/>
              <a:gd name="connsiteX1" fmla="*/ 0 w 5665764"/>
              <a:gd name="connsiteY1" fmla="*/ 6440 h 5174079"/>
              <a:gd name="connsiteX2" fmla="*/ 5665764 w 5665764"/>
              <a:gd name="connsiteY2" fmla="*/ 0 h 5174079"/>
              <a:gd name="connsiteX3" fmla="*/ 5645976 w 5665764"/>
              <a:gd name="connsiteY3" fmla="*/ 5166518 h 5174079"/>
              <a:gd name="connsiteX4" fmla="*/ 2421696 w 5665764"/>
              <a:gd name="connsiteY4" fmla="*/ 5174079 h 5174079"/>
              <a:gd name="connsiteX0" fmla="*/ 2417147 w 5665764"/>
              <a:gd name="connsiteY0" fmla="*/ 5169530 h 5169530"/>
              <a:gd name="connsiteX1" fmla="*/ 0 w 5665764"/>
              <a:gd name="connsiteY1" fmla="*/ 6440 h 5169530"/>
              <a:gd name="connsiteX2" fmla="*/ 5665764 w 5665764"/>
              <a:gd name="connsiteY2" fmla="*/ 0 h 5169530"/>
              <a:gd name="connsiteX3" fmla="*/ 5645976 w 5665764"/>
              <a:gd name="connsiteY3" fmla="*/ 5166518 h 5169530"/>
              <a:gd name="connsiteX4" fmla="*/ 2417147 w 5665764"/>
              <a:gd name="connsiteY4" fmla="*/ 5169530 h 5169530"/>
              <a:gd name="connsiteX0" fmla="*/ 2417147 w 5652116"/>
              <a:gd name="connsiteY0" fmla="*/ 5164981 h 5164981"/>
              <a:gd name="connsiteX1" fmla="*/ 0 w 5652116"/>
              <a:gd name="connsiteY1" fmla="*/ 1891 h 5164981"/>
              <a:gd name="connsiteX2" fmla="*/ 5652116 w 5652116"/>
              <a:gd name="connsiteY2" fmla="*/ 0 h 5164981"/>
              <a:gd name="connsiteX3" fmla="*/ 5645976 w 5652116"/>
              <a:gd name="connsiteY3" fmla="*/ 5161969 h 5164981"/>
              <a:gd name="connsiteX4" fmla="*/ 2417147 w 5652116"/>
              <a:gd name="connsiteY4" fmla="*/ 5164981 h 5164981"/>
              <a:gd name="connsiteX0" fmla="*/ 2417147 w 5646219"/>
              <a:gd name="connsiteY0" fmla="*/ 5163090 h 5163090"/>
              <a:gd name="connsiteX1" fmla="*/ 0 w 5646219"/>
              <a:gd name="connsiteY1" fmla="*/ 0 h 5163090"/>
              <a:gd name="connsiteX2" fmla="*/ 5638468 w 5646219"/>
              <a:gd name="connsiteY2" fmla="*/ 11757 h 5163090"/>
              <a:gd name="connsiteX3" fmla="*/ 5645976 w 5646219"/>
              <a:gd name="connsiteY3" fmla="*/ 5160078 h 5163090"/>
              <a:gd name="connsiteX4" fmla="*/ 2417147 w 5646219"/>
              <a:gd name="connsiteY4" fmla="*/ 5163090 h 5163090"/>
              <a:gd name="connsiteX0" fmla="*/ 2417147 w 5646219"/>
              <a:gd name="connsiteY0" fmla="*/ 5164981 h 5164981"/>
              <a:gd name="connsiteX1" fmla="*/ 0 w 5646219"/>
              <a:gd name="connsiteY1" fmla="*/ 1891 h 5164981"/>
              <a:gd name="connsiteX2" fmla="*/ 5638468 w 5646219"/>
              <a:gd name="connsiteY2" fmla="*/ 0 h 5164981"/>
              <a:gd name="connsiteX3" fmla="*/ 5645976 w 5646219"/>
              <a:gd name="connsiteY3" fmla="*/ 5161969 h 5164981"/>
              <a:gd name="connsiteX4" fmla="*/ 2417147 w 5646219"/>
              <a:gd name="connsiteY4" fmla="*/ 5164981 h 5164981"/>
              <a:gd name="connsiteX0" fmla="*/ 2417147 w 5641803"/>
              <a:gd name="connsiteY0" fmla="*/ 5164981 h 5164981"/>
              <a:gd name="connsiteX1" fmla="*/ 0 w 5641803"/>
              <a:gd name="connsiteY1" fmla="*/ 1891 h 5164981"/>
              <a:gd name="connsiteX2" fmla="*/ 5638468 w 5641803"/>
              <a:gd name="connsiteY2" fmla="*/ 0 h 5164981"/>
              <a:gd name="connsiteX3" fmla="*/ 5641426 w 5641803"/>
              <a:gd name="connsiteY3" fmla="*/ 5161969 h 5164981"/>
              <a:gd name="connsiteX4" fmla="*/ 2417147 w 5641803"/>
              <a:gd name="connsiteY4" fmla="*/ 5164981 h 5164981"/>
              <a:gd name="connsiteX0" fmla="*/ 2417147 w 5643017"/>
              <a:gd name="connsiteY0" fmla="*/ 5174079 h 5174079"/>
              <a:gd name="connsiteX1" fmla="*/ 0 w 5643017"/>
              <a:gd name="connsiteY1" fmla="*/ 1098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43017"/>
              <a:gd name="connsiteY0" fmla="*/ 5174079 h 5174079"/>
              <a:gd name="connsiteX1" fmla="*/ 0 w 5643017"/>
              <a:gd name="connsiteY1" fmla="*/ 460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54316"/>
              <a:gd name="connsiteY0" fmla="*/ 5174079 h 5177448"/>
              <a:gd name="connsiteX1" fmla="*/ 0 w 5654316"/>
              <a:gd name="connsiteY1" fmla="*/ 4609 h 5177448"/>
              <a:gd name="connsiteX2" fmla="*/ 5643017 w 5654316"/>
              <a:gd name="connsiteY2" fmla="*/ 0 h 5177448"/>
              <a:gd name="connsiteX3" fmla="*/ 5654126 w 5654316"/>
              <a:gd name="connsiteY3" fmla="*/ 5177448 h 5177448"/>
              <a:gd name="connsiteX4" fmla="*/ 2417147 w 5654316"/>
              <a:gd name="connsiteY4" fmla="*/ 5174079 h 517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4316" h="5177448">
                <a:moveTo>
                  <a:pt x="2417147" y="5174079"/>
                </a:moveTo>
                <a:lnTo>
                  <a:pt x="0" y="4609"/>
                </a:lnTo>
                <a:lnTo>
                  <a:pt x="5643017" y="0"/>
                </a:lnTo>
                <a:cubicBezTo>
                  <a:pt x="5640970" y="1720656"/>
                  <a:pt x="5656173" y="3456792"/>
                  <a:pt x="5654126" y="5177448"/>
                </a:cubicBezTo>
                <a:lnTo>
                  <a:pt x="2417147" y="51740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solidFill>
                    <a:schemeClr val="accent1"/>
                  </a:solidFill>
                </a:ln>
                <a:solidFill>
                  <a:schemeClr val="accent1"/>
                </a:solidFill>
              </a:defRPr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 bwMode="auto">
          <a:xfrm>
            <a:off x="4429719" y="-4153"/>
            <a:ext cx="4711557" cy="5154092"/>
          </a:xfrm>
          <a:custGeom>
            <a:avLst/>
            <a:gdLst>
              <a:gd name="connsiteX0" fmla="*/ 0 w 1466850"/>
              <a:gd name="connsiteY0" fmla="*/ 1608226 h 1608226"/>
              <a:gd name="connsiteX1" fmla="*/ 366713 w 1466850"/>
              <a:gd name="connsiteY1" fmla="*/ 0 h 1608226"/>
              <a:gd name="connsiteX2" fmla="*/ 1466850 w 1466850"/>
              <a:gd name="connsiteY2" fmla="*/ 0 h 1608226"/>
              <a:gd name="connsiteX3" fmla="*/ 1100138 w 1466850"/>
              <a:gd name="connsiteY3" fmla="*/ 1608226 h 1608226"/>
              <a:gd name="connsiteX4" fmla="*/ 0 w 1466850"/>
              <a:gd name="connsiteY4" fmla="*/ 1608226 h 1608226"/>
              <a:gd name="connsiteX0" fmla="*/ 0 w 2304312"/>
              <a:gd name="connsiteY0" fmla="*/ 1608226 h 1614665"/>
              <a:gd name="connsiteX1" fmla="*/ 366713 w 2304312"/>
              <a:gd name="connsiteY1" fmla="*/ 0 h 1614665"/>
              <a:gd name="connsiteX2" fmla="*/ 1466850 w 2304312"/>
              <a:gd name="connsiteY2" fmla="*/ 0 h 1614665"/>
              <a:gd name="connsiteX3" fmla="*/ 2304312 w 2304312"/>
              <a:gd name="connsiteY3" fmla="*/ 1614665 h 1614665"/>
              <a:gd name="connsiteX4" fmla="*/ 0 w 2304312"/>
              <a:gd name="connsiteY4" fmla="*/ 1608226 h 1614665"/>
              <a:gd name="connsiteX0" fmla="*/ 0 w 4725205"/>
              <a:gd name="connsiteY0" fmla="*/ 5162795 h 5169234"/>
              <a:gd name="connsiteX1" fmla="*/ 366713 w 4725205"/>
              <a:gd name="connsiteY1" fmla="*/ 355456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69378 w 4725205"/>
              <a:gd name="connsiteY1" fmla="*/ 1931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82257 w 4725205"/>
              <a:gd name="connsiteY1" fmla="*/ 1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11557"/>
              <a:gd name="connsiteY0" fmla="*/ 5167345 h 5169234"/>
              <a:gd name="connsiteX1" fmla="*/ 2368609 w 4711557"/>
              <a:gd name="connsiteY1" fmla="*/ 1 h 5169234"/>
              <a:gd name="connsiteX2" fmla="*/ 4711557 w 4711557"/>
              <a:gd name="connsiteY2" fmla="*/ 0 h 5169234"/>
              <a:gd name="connsiteX3" fmla="*/ 2290664 w 4711557"/>
              <a:gd name="connsiteY3" fmla="*/ 5169234 h 5169234"/>
              <a:gd name="connsiteX4" fmla="*/ 0 w 4711557"/>
              <a:gd name="connsiteY4" fmla="*/ 5167345 h 516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1557" h="5169234">
                <a:moveTo>
                  <a:pt x="0" y="5167345"/>
                </a:moveTo>
                <a:lnTo>
                  <a:pt x="2368609" y="1"/>
                </a:lnTo>
                <a:lnTo>
                  <a:pt x="4711557" y="0"/>
                </a:lnTo>
                <a:lnTo>
                  <a:pt x="2290664" y="5169234"/>
                </a:lnTo>
                <a:lnTo>
                  <a:pt x="0" y="5167345"/>
                </a:lnTo>
                <a:close/>
              </a:path>
            </a:pathLst>
          </a:custGeom>
          <a:solidFill>
            <a:srgbClr val="FF5451">
              <a:alpha val="5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solidFill>
                    <a:srgbClr val="FF5451"/>
                  </a:solidFill>
                </a:ln>
                <a:solidFill>
                  <a:srgbClr val="FF5451"/>
                </a:solidFill>
              </a:defRPr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113728" y="1066801"/>
            <a:ext cx="3562911" cy="350998"/>
          </a:xfrm>
        </p:spPr>
        <p:txBody>
          <a:bodyPr anchor="b">
            <a:noAutofit/>
          </a:bodyPr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"/>
          <p:cNvSpPr>
            <a:spLocks noGrp="1"/>
          </p:cNvSpPr>
          <p:nvPr>
            <p:ph type="pic" sz="quarter" idx="10"/>
          </p:nvPr>
        </p:nvSpPr>
        <p:spPr bwMode="auto">
          <a:xfrm>
            <a:off x="-1" y="0"/>
            <a:ext cx="6115051" cy="514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800" baseline="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113728" y="1447164"/>
            <a:ext cx="3562911" cy="2201545"/>
          </a:xfrm>
        </p:spPr>
        <p:txBody>
          <a:bodyPr anchor="t"/>
          <a:lstStyle>
            <a:lvl1pPr algn="r">
              <a:defRPr sz="2800" b="1" cap="all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4199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/>
          <p:cNvSpPr>
            <a:spLocks noGrp="1"/>
          </p:cNvSpPr>
          <p:nvPr>
            <p:ph type="body" sz="quarter" idx="13"/>
          </p:nvPr>
        </p:nvSpPr>
        <p:spPr bwMode="auto">
          <a:xfrm flipH="1">
            <a:off x="-14439" y="-5922"/>
            <a:ext cx="5654316" cy="5152775"/>
          </a:xfrm>
          <a:custGeom>
            <a:avLst/>
            <a:gdLst>
              <a:gd name="connsiteX0" fmla="*/ 0 w 2419350"/>
              <a:gd name="connsiteY0" fmla="*/ 5172957 h 5172957"/>
              <a:gd name="connsiteX1" fmla="*/ 604838 w 2419350"/>
              <a:gd name="connsiteY1" fmla="*/ 0 h 5172957"/>
              <a:gd name="connsiteX2" fmla="*/ 1814513 w 2419350"/>
              <a:gd name="connsiteY2" fmla="*/ 0 h 5172957"/>
              <a:gd name="connsiteX3" fmla="*/ 2419350 w 2419350"/>
              <a:gd name="connsiteY3" fmla="*/ 5172957 h 5172957"/>
              <a:gd name="connsiteX4" fmla="*/ 0 w 2419350"/>
              <a:gd name="connsiteY4" fmla="*/ 5172957 h 5172957"/>
              <a:gd name="connsiteX0" fmla="*/ 0 w 2439138"/>
              <a:gd name="connsiteY0" fmla="*/ 5172957 h 5172957"/>
              <a:gd name="connsiteX1" fmla="*/ 604838 w 2439138"/>
              <a:gd name="connsiteY1" fmla="*/ 0 h 5172957"/>
              <a:gd name="connsiteX2" fmla="*/ 2439138 w 2439138"/>
              <a:gd name="connsiteY2" fmla="*/ 6439 h 5172957"/>
              <a:gd name="connsiteX3" fmla="*/ 2419350 w 2439138"/>
              <a:gd name="connsiteY3" fmla="*/ 5172957 h 5172957"/>
              <a:gd name="connsiteX4" fmla="*/ 0 w 2439138"/>
              <a:gd name="connsiteY4" fmla="*/ 5172957 h 5172957"/>
              <a:gd name="connsiteX0" fmla="*/ 3226626 w 5665764"/>
              <a:gd name="connsiteY0" fmla="*/ 5166518 h 5166518"/>
              <a:gd name="connsiteX1" fmla="*/ 0 w 5665764"/>
              <a:gd name="connsiteY1" fmla="*/ 6440 h 5166518"/>
              <a:gd name="connsiteX2" fmla="*/ 5665764 w 5665764"/>
              <a:gd name="connsiteY2" fmla="*/ 0 h 5166518"/>
              <a:gd name="connsiteX3" fmla="*/ 5645976 w 5665764"/>
              <a:gd name="connsiteY3" fmla="*/ 5166518 h 5166518"/>
              <a:gd name="connsiteX4" fmla="*/ 3226626 w 5665764"/>
              <a:gd name="connsiteY4" fmla="*/ 5166518 h 5166518"/>
              <a:gd name="connsiteX0" fmla="*/ 2421696 w 5665764"/>
              <a:gd name="connsiteY0" fmla="*/ 5192275 h 5192275"/>
              <a:gd name="connsiteX1" fmla="*/ 0 w 5665764"/>
              <a:gd name="connsiteY1" fmla="*/ 6440 h 5192275"/>
              <a:gd name="connsiteX2" fmla="*/ 5665764 w 5665764"/>
              <a:gd name="connsiteY2" fmla="*/ 0 h 5192275"/>
              <a:gd name="connsiteX3" fmla="*/ 5645976 w 5665764"/>
              <a:gd name="connsiteY3" fmla="*/ 5166518 h 5192275"/>
              <a:gd name="connsiteX4" fmla="*/ 2421696 w 5665764"/>
              <a:gd name="connsiteY4" fmla="*/ 5192275 h 5192275"/>
              <a:gd name="connsiteX0" fmla="*/ 2421696 w 5665764"/>
              <a:gd name="connsiteY0" fmla="*/ 5183177 h 5183177"/>
              <a:gd name="connsiteX1" fmla="*/ 0 w 5665764"/>
              <a:gd name="connsiteY1" fmla="*/ 6440 h 5183177"/>
              <a:gd name="connsiteX2" fmla="*/ 5665764 w 5665764"/>
              <a:gd name="connsiteY2" fmla="*/ 0 h 5183177"/>
              <a:gd name="connsiteX3" fmla="*/ 5645976 w 5665764"/>
              <a:gd name="connsiteY3" fmla="*/ 5166518 h 5183177"/>
              <a:gd name="connsiteX4" fmla="*/ 2421696 w 5665764"/>
              <a:gd name="connsiteY4" fmla="*/ 5183177 h 5183177"/>
              <a:gd name="connsiteX0" fmla="*/ 2421696 w 5665764"/>
              <a:gd name="connsiteY0" fmla="*/ 5174079 h 5174079"/>
              <a:gd name="connsiteX1" fmla="*/ 0 w 5665764"/>
              <a:gd name="connsiteY1" fmla="*/ 6440 h 5174079"/>
              <a:gd name="connsiteX2" fmla="*/ 5665764 w 5665764"/>
              <a:gd name="connsiteY2" fmla="*/ 0 h 5174079"/>
              <a:gd name="connsiteX3" fmla="*/ 5645976 w 5665764"/>
              <a:gd name="connsiteY3" fmla="*/ 5166518 h 5174079"/>
              <a:gd name="connsiteX4" fmla="*/ 2421696 w 5665764"/>
              <a:gd name="connsiteY4" fmla="*/ 5174079 h 5174079"/>
              <a:gd name="connsiteX0" fmla="*/ 2417147 w 5665764"/>
              <a:gd name="connsiteY0" fmla="*/ 5169530 h 5169530"/>
              <a:gd name="connsiteX1" fmla="*/ 0 w 5665764"/>
              <a:gd name="connsiteY1" fmla="*/ 6440 h 5169530"/>
              <a:gd name="connsiteX2" fmla="*/ 5665764 w 5665764"/>
              <a:gd name="connsiteY2" fmla="*/ 0 h 5169530"/>
              <a:gd name="connsiteX3" fmla="*/ 5645976 w 5665764"/>
              <a:gd name="connsiteY3" fmla="*/ 5166518 h 5169530"/>
              <a:gd name="connsiteX4" fmla="*/ 2417147 w 5665764"/>
              <a:gd name="connsiteY4" fmla="*/ 5169530 h 5169530"/>
              <a:gd name="connsiteX0" fmla="*/ 2417147 w 5652116"/>
              <a:gd name="connsiteY0" fmla="*/ 5164981 h 5164981"/>
              <a:gd name="connsiteX1" fmla="*/ 0 w 5652116"/>
              <a:gd name="connsiteY1" fmla="*/ 1891 h 5164981"/>
              <a:gd name="connsiteX2" fmla="*/ 5652116 w 5652116"/>
              <a:gd name="connsiteY2" fmla="*/ 0 h 5164981"/>
              <a:gd name="connsiteX3" fmla="*/ 5645976 w 5652116"/>
              <a:gd name="connsiteY3" fmla="*/ 5161969 h 5164981"/>
              <a:gd name="connsiteX4" fmla="*/ 2417147 w 5652116"/>
              <a:gd name="connsiteY4" fmla="*/ 5164981 h 5164981"/>
              <a:gd name="connsiteX0" fmla="*/ 2417147 w 5646219"/>
              <a:gd name="connsiteY0" fmla="*/ 5163090 h 5163090"/>
              <a:gd name="connsiteX1" fmla="*/ 0 w 5646219"/>
              <a:gd name="connsiteY1" fmla="*/ 0 h 5163090"/>
              <a:gd name="connsiteX2" fmla="*/ 5638468 w 5646219"/>
              <a:gd name="connsiteY2" fmla="*/ 11757 h 5163090"/>
              <a:gd name="connsiteX3" fmla="*/ 5645976 w 5646219"/>
              <a:gd name="connsiteY3" fmla="*/ 5160078 h 5163090"/>
              <a:gd name="connsiteX4" fmla="*/ 2417147 w 5646219"/>
              <a:gd name="connsiteY4" fmla="*/ 5163090 h 5163090"/>
              <a:gd name="connsiteX0" fmla="*/ 2417147 w 5646219"/>
              <a:gd name="connsiteY0" fmla="*/ 5164981 h 5164981"/>
              <a:gd name="connsiteX1" fmla="*/ 0 w 5646219"/>
              <a:gd name="connsiteY1" fmla="*/ 1891 h 5164981"/>
              <a:gd name="connsiteX2" fmla="*/ 5638468 w 5646219"/>
              <a:gd name="connsiteY2" fmla="*/ 0 h 5164981"/>
              <a:gd name="connsiteX3" fmla="*/ 5645976 w 5646219"/>
              <a:gd name="connsiteY3" fmla="*/ 5161969 h 5164981"/>
              <a:gd name="connsiteX4" fmla="*/ 2417147 w 5646219"/>
              <a:gd name="connsiteY4" fmla="*/ 5164981 h 5164981"/>
              <a:gd name="connsiteX0" fmla="*/ 2417147 w 5641803"/>
              <a:gd name="connsiteY0" fmla="*/ 5164981 h 5164981"/>
              <a:gd name="connsiteX1" fmla="*/ 0 w 5641803"/>
              <a:gd name="connsiteY1" fmla="*/ 1891 h 5164981"/>
              <a:gd name="connsiteX2" fmla="*/ 5638468 w 5641803"/>
              <a:gd name="connsiteY2" fmla="*/ 0 h 5164981"/>
              <a:gd name="connsiteX3" fmla="*/ 5641426 w 5641803"/>
              <a:gd name="connsiteY3" fmla="*/ 5161969 h 5164981"/>
              <a:gd name="connsiteX4" fmla="*/ 2417147 w 5641803"/>
              <a:gd name="connsiteY4" fmla="*/ 5164981 h 5164981"/>
              <a:gd name="connsiteX0" fmla="*/ 2417147 w 5643017"/>
              <a:gd name="connsiteY0" fmla="*/ 5174079 h 5174079"/>
              <a:gd name="connsiteX1" fmla="*/ 0 w 5643017"/>
              <a:gd name="connsiteY1" fmla="*/ 1098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43017"/>
              <a:gd name="connsiteY0" fmla="*/ 5174079 h 5174079"/>
              <a:gd name="connsiteX1" fmla="*/ 0 w 5643017"/>
              <a:gd name="connsiteY1" fmla="*/ 460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54316"/>
              <a:gd name="connsiteY0" fmla="*/ 5174079 h 5177448"/>
              <a:gd name="connsiteX1" fmla="*/ 0 w 5654316"/>
              <a:gd name="connsiteY1" fmla="*/ 4609 h 5177448"/>
              <a:gd name="connsiteX2" fmla="*/ 5643017 w 5654316"/>
              <a:gd name="connsiteY2" fmla="*/ 0 h 5177448"/>
              <a:gd name="connsiteX3" fmla="*/ 5654126 w 5654316"/>
              <a:gd name="connsiteY3" fmla="*/ 5177448 h 5177448"/>
              <a:gd name="connsiteX4" fmla="*/ 2417147 w 5654316"/>
              <a:gd name="connsiteY4" fmla="*/ 5174079 h 517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4316" h="5177448">
                <a:moveTo>
                  <a:pt x="2417147" y="5174079"/>
                </a:moveTo>
                <a:lnTo>
                  <a:pt x="0" y="4609"/>
                </a:lnTo>
                <a:lnTo>
                  <a:pt x="5643017" y="0"/>
                </a:lnTo>
                <a:cubicBezTo>
                  <a:pt x="5640970" y="1720656"/>
                  <a:pt x="5656173" y="3456792"/>
                  <a:pt x="5654126" y="5177448"/>
                </a:cubicBezTo>
                <a:lnTo>
                  <a:pt x="2417147" y="51740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noFill/>
                </a:ln>
                <a:noFill/>
              </a:defRPr>
            </a:lvl4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 bwMode="auto">
          <a:xfrm flipH="1">
            <a:off x="-14439" y="-4153"/>
            <a:ext cx="4711557" cy="5154092"/>
          </a:xfrm>
          <a:custGeom>
            <a:avLst/>
            <a:gdLst>
              <a:gd name="connsiteX0" fmla="*/ 0 w 1466850"/>
              <a:gd name="connsiteY0" fmla="*/ 1608226 h 1608226"/>
              <a:gd name="connsiteX1" fmla="*/ 366713 w 1466850"/>
              <a:gd name="connsiteY1" fmla="*/ 0 h 1608226"/>
              <a:gd name="connsiteX2" fmla="*/ 1466850 w 1466850"/>
              <a:gd name="connsiteY2" fmla="*/ 0 h 1608226"/>
              <a:gd name="connsiteX3" fmla="*/ 1100138 w 1466850"/>
              <a:gd name="connsiteY3" fmla="*/ 1608226 h 1608226"/>
              <a:gd name="connsiteX4" fmla="*/ 0 w 1466850"/>
              <a:gd name="connsiteY4" fmla="*/ 1608226 h 1608226"/>
              <a:gd name="connsiteX0" fmla="*/ 0 w 2304312"/>
              <a:gd name="connsiteY0" fmla="*/ 1608226 h 1614665"/>
              <a:gd name="connsiteX1" fmla="*/ 366713 w 2304312"/>
              <a:gd name="connsiteY1" fmla="*/ 0 h 1614665"/>
              <a:gd name="connsiteX2" fmla="*/ 1466850 w 2304312"/>
              <a:gd name="connsiteY2" fmla="*/ 0 h 1614665"/>
              <a:gd name="connsiteX3" fmla="*/ 2304312 w 2304312"/>
              <a:gd name="connsiteY3" fmla="*/ 1614665 h 1614665"/>
              <a:gd name="connsiteX4" fmla="*/ 0 w 2304312"/>
              <a:gd name="connsiteY4" fmla="*/ 1608226 h 1614665"/>
              <a:gd name="connsiteX0" fmla="*/ 0 w 4725205"/>
              <a:gd name="connsiteY0" fmla="*/ 5162795 h 5169234"/>
              <a:gd name="connsiteX1" fmla="*/ 366713 w 4725205"/>
              <a:gd name="connsiteY1" fmla="*/ 355456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69378 w 4725205"/>
              <a:gd name="connsiteY1" fmla="*/ 1931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82257 w 4725205"/>
              <a:gd name="connsiteY1" fmla="*/ 1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11557"/>
              <a:gd name="connsiteY0" fmla="*/ 5167345 h 5169234"/>
              <a:gd name="connsiteX1" fmla="*/ 2368609 w 4711557"/>
              <a:gd name="connsiteY1" fmla="*/ 1 h 5169234"/>
              <a:gd name="connsiteX2" fmla="*/ 4711557 w 4711557"/>
              <a:gd name="connsiteY2" fmla="*/ 0 h 5169234"/>
              <a:gd name="connsiteX3" fmla="*/ 2290664 w 4711557"/>
              <a:gd name="connsiteY3" fmla="*/ 5169234 h 5169234"/>
              <a:gd name="connsiteX4" fmla="*/ 0 w 4711557"/>
              <a:gd name="connsiteY4" fmla="*/ 5167345 h 516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1557" h="5169234">
                <a:moveTo>
                  <a:pt x="0" y="5167345"/>
                </a:moveTo>
                <a:lnTo>
                  <a:pt x="2368609" y="1"/>
                </a:lnTo>
                <a:lnTo>
                  <a:pt x="4711557" y="0"/>
                </a:lnTo>
                <a:lnTo>
                  <a:pt x="2290664" y="5169234"/>
                </a:lnTo>
                <a:lnTo>
                  <a:pt x="0" y="5167345"/>
                </a:lnTo>
                <a:close/>
              </a:path>
            </a:pathLst>
          </a:custGeom>
          <a:solidFill>
            <a:srgbClr val="FF5451">
              <a:alpha val="5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noFill/>
                </a:ln>
                <a:noFill/>
              </a:defRPr>
            </a:lvl4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71878" y="1066801"/>
            <a:ext cx="3562911" cy="350998"/>
          </a:xfrm>
        </p:spPr>
        <p:txBody>
          <a:bodyPr anchor="b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"/>
          <p:cNvSpPr>
            <a:spLocks noGrp="1"/>
          </p:cNvSpPr>
          <p:nvPr>
            <p:ph type="pic" sz="quarter" idx="10"/>
          </p:nvPr>
        </p:nvSpPr>
        <p:spPr bwMode="auto">
          <a:xfrm>
            <a:off x="2711450" y="0"/>
            <a:ext cx="6432551" cy="514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800" baseline="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1878" y="1447164"/>
            <a:ext cx="3562911" cy="2201545"/>
          </a:xfrm>
        </p:spPr>
        <p:txBody>
          <a:bodyPr anchor="t"/>
          <a:lstStyle>
            <a:lvl1pPr algn="l">
              <a:defRPr sz="2800" b="1" cap="all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4871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00" y="0"/>
            <a:ext cx="33147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7588" y="2078847"/>
            <a:ext cx="6400800" cy="1487313"/>
          </a:xfrm>
          <a:prstGeom prst="rect">
            <a:avLst/>
          </a:prstGeom>
        </p:spPr>
        <p:txBody>
          <a:bodyPr anchor="t"/>
          <a:lstStyle>
            <a:lvl1pPr>
              <a:defRPr sz="2800">
                <a:solidFill>
                  <a:srgbClr val="262A3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57587" y="1740092"/>
            <a:ext cx="6400800" cy="3387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rgbClr val="262A3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cxnSp>
        <p:nvCxnSpPr>
          <p:cNvPr id="9" name="Gerade Verbindung 10"/>
          <p:cNvCxnSpPr/>
          <p:nvPr userDrawn="1"/>
        </p:nvCxnSpPr>
        <p:spPr>
          <a:xfrm>
            <a:off x="457200" y="4713670"/>
            <a:ext cx="5731459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69366"/>
            <a:ext cx="547323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0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(formatfü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/>
          <p:cNvSpPr>
            <a:spLocks noGrp="1"/>
          </p:cNvSpPr>
          <p:nvPr>
            <p:ph type="pic" sz="quarter" idx="15"/>
          </p:nvPr>
        </p:nvSpPr>
        <p:spPr>
          <a:xfrm>
            <a:off x="8468" y="8468"/>
            <a:ext cx="9135532" cy="5135032"/>
          </a:xfrm>
        </p:spPr>
        <p:txBody>
          <a:bodyPr rtlCol="0">
            <a:normAutofit/>
          </a:bodyPr>
          <a:lstStyle/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10379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en Dank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628" y="0"/>
            <a:ext cx="3524250" cy="515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65495" y="2078847"/>
            <a:ext cx="7984797" cy="562753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8" name="Inhaltsplatzhalter 3"/>
          <p:cNvSpPr>
            <a:spLocks noGrp="1"/>
          </p:cNvSpPr>
          <p:nvPr>
            <p:ph sz="half" idx="2"/>
          </p:nvPr>
        </p:nvSpPr>
        <p:spPr>
          <a:xfrm>
            <a:off x="365495" y="2834640"/>
            <a:ext cx="4672172" cy="1847427"/>
          </a:xfrm>
        </p:spPr>
        <p:txBody>
          <a:bodyPr>
            <a:noAutofit/>
          </a:bodyPr>
          <a:lstStyle>
            <a:lvl1pPr marL="0" indent="0">
              <a:buNone/>
              <a:defRPr sz="1100" baseline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366464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9"/>
            <a:ext cx="8234363" cy="7588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57200" y="1617134"/>
            <a:ext cx="8234363" cy="2985558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63750" indent="-2349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25940"/>
            <a:ext cx="8234363" cy="37774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248790C2-FB8D-4AD1-BFB1-8D82BB9A4283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043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16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ohne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9"/>
            <a:ext cx="8234363" cy="7588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63750" indent="-2349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2329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- 2 Blöc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57200" y="1617133"/>
            <a:ext cx="3952240" cy="2977092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9588"/>
            <a:ext cx="8229600" cy="36409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4" hasCustomPrompt="1"/>
          </p:nvPr>
        </p:nvSpPr>
        <p:spPr>
          <a:xfrm>
            <a:off x="4724400" y="1617133"/>
            <a:ext cx="3962400" cy="2977092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E6F2A070-8A77-484A-BFE7-6B1E5C215647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95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Bild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6"/>
          </p:nvPr>
        </p:nvSpPr>
        <p:spPr>
          <a:xfrm>
            <a:off x="457200" y="1243691"/>
            <a:ext cx="8229600" cy="3057375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>
                <a:solidFill>
                  <a:srgbClr val="262A3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Bild durch Klicken auf Symbol hinzufügen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43582BE0-97CE-412F-80F1-16DC6BED178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544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1" name="Tabellenplatzhalter 10"/>
          <p:cNvSpPr>
            <a:spLocks noGrp="1"/>
          </p:cNvSpPr>
          <p:nvPr>
            <p:ph type="tbl" sz="quarter" idx="16"/>
          </p:nvPr>
        </p:nvSpPr>
        <p:spPr>
          <a:xfrm>
            <a:off x="457200" y="1597677"/>
            <a:ext cx="8234363" cy="269293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Tabelle durch Klicken auf Symbol hinzufügen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41828"/>
            <a:ext cx="8229600" cy="36185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A0321171-B06E-4659-9CF5-7D6E520FDC1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1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6"/>
          </p:nvPr>
        </p:nvSpPr>
        <p:spPr>
          <a:xfrm>
            <a:off x="457200" y="1229028"/>
            <a:ext cx="8229600" cy="3061228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Diagramm durch Klicken auf Symbol hinzufügen</a:t>
            </a:r>
          </a:p>
        </p:txBody>
      </p:sp>
      <p:cxnSp>
        <p:nvCxnSpPr>
          <p:cNvPr id="16" name="Gerade Verbindung 10"/>
          <p:cNvCxnSpPr/>
          <p:nvPr userDrawn="1"/>
        </p:nvCxnSpPr>
        <p:spPr>
          <a:xfrm>
            <a:off x="457200" y="4713670"/>
            <a:ext cx="8229600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D98C2DD5-50CB-445D-B765-8AD2D4C5531F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304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39624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6"/>
          </p:nvPr>
        </p:nvSpPr>
        <p:spPr>
          <a:xfrm>
            <a:off x="457200" y="1181092"/>
            <a:ext cx="3962400" cy="3086108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Diagramm durch Klicken auf Symbol hinzufügen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20"/>
          </p:nvPr>
        </p:nvSpPr>
        <p:spPr>
          <a:xfrm>
            <a:off x="4714875" y="4368811"/>
            <a:ext cx="39624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Diagrammplatzhalter 7"/>
          <p:cNvSpPr>
            <a:spLocks noGrp="1"/>
          </p:cNvSpPr>
          <p:nvPr>
            <p:ph type="chart" sz="quarter" idx="21"/>
          </p:nvPr>
        </p:nvSpPr>
        <p:spPr>
          <a:xfrm>
            <a:off x="4714875" y="1181092"/>
            <a:ext cx="3962400" cy="3086108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120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Diagramm durch Klicken auf Symbol hinzufügen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64035955-D4DF-4360-912A-517416A0AD74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1593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72533"/>
            <a:ext cx="2692400" cy="999067"/>
          </a:xfrm>
          <a:prstGeom prst="rect">
            <a:avLst/>
          </a:prstGeom>
        </p:spPr>
        <p:txBody>
          <a:bodyPr anchor="b"/>
          <a:lstStyle>
            <a:lvl1pPr algn="l"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idx="1" hasCustomPrompt="1"/>
          </p:nvPr>
        </p:nvSpPr>
        <p:spPr>
          <a:xfrm>
            <a:off x="457200" y="1503680"/>
            <a:ext cx="2692400" cy="3195327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9" name="Bildplatzhalter 18"/>
          <p:cNvSpPr>
            <a:spLocks noGrp="1"/>
          </p:cNvSpPr>
          <p:nvPr>
            <p:ph type="pic" sz="quarter" idx="16"/>
          </p:nvPr>
        </p:nvSpPr>
        <p:spPr>
          <a:xfrm>
            <a:off x="3352800" y="762000"/>
            <a:ext cx="5791200" cy="3489344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Bild durch Klicken auf Symbol hinzufügen</a:t>
            </a:r>
          </a:p>
        </p:txBody>
      </p:sp>
      <p:sp>
        <p:nvSpPr>
          <p:cNvPr id="10" name="Inhaltsplatzhalter 2"/>
          <p:cNvSpPr>
            <a:spLocks noGrp="1"/>
          </p:cNvSpPr>
          <p:nvPr>
            <p:ph idx="19"/>
          </p:nvPr>
        </p:nvSpPr>
        <p:spPr>
          <a:xfrm>
            <a:off x="3352800" y="4368811"/>
            <a:ext cx="5334000" cy="330196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01A9B2D6-5EFE-4937-AE57-083B7F8CA155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18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0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063625"/>
            <a:ext cx="8229600" cy="353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SUBHEADLINE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84" r:id="rId2"/>
    <p:sldLayoutId id="2147483885" r:id="rId3"/>
    <p:sldLayoutId id="2147483870" r:id="rId4"/>
    <p:sldLayoutId id="2147483877" r:id="rId5"/>
    <p:sldLayoutId id="2147483879" r:id="rId6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1" kern="1200" cap="all">
          <a:solidFill>
            <a:srgbClr val="262A31"/>
          </a:solidFill>
          <a:latin typeface="Arial Unicode MS" panose="020B0604020202020204" pitchFamily="34" charset="-128"/>
          <a:ea typeface="Arial Unicode MS" panose="020B0604020202020204" pitchFamily="34" charset="-128"/>
          <a:cs typeface="Arial Unicode MS" panose="020B0604020202020204" pitchFamily="34" charset="-128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Symbol" panose="05050102010706020507" pitchFamily="18" charset="2"/>
        <a:defRPr sz="1200" kern="1200">
          <a:solidFill>
            <a:srgbClr val="262A31"/>
          </a:solidFill>
          <a:latin typeface="Arial Unicode MS" panose="020B0604020202020204" pitchFamily="34" charset="-128"/>
          <a:ea typeface="Arial Unicode MS" panose="020B0604020202020204" pitchFamily="34" charset="-128"/>
          <a:cs typeface="Arial Unicode MS" panose="020B0604020202020204" pitchFamily="34" charset="-128"/>
        </a:defRPr>
      </a:lvl1pPr>
      <a:lvl2pPr marL="4572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2pPr>
      <a:lvl3pPr marL="9144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3pPr>
      <a:lvl4pPr marL="1371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4pPr>
      <a:lvl5pPr marL="18288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9"/>
          <p:cNvCxnSpPr/>
          <p:nvPr userDrawn="1"/>
        </p:nvCxnSpPr>
        <p:spPr>
          <a:xfrm>
            <a:off x="0" y="155575"/>
            <a:ext cx="457200" cy="0"/>
          </a:xfrm>
          <a:prstGeom prst="line">
            <a:avLst/>
          </a:prstGeom>
          <a:ln w="3175" cmpd="sng">
            <a:solidFill>
              <a:srgbClr val="262A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69366"/>
            <a:ext cx="547323" cy="324000"/>
          </a:xfrm>
          <a:prstGeom prst="rect">
            <a:avLst/>
          </a:prstGeom>
        </p:spPr>
      </p:pic>
      <p:sp>
        <p:nvSpPr>
          <p:cNvPr id="8" name="Textfeld 7"/>
          <p:cNvSpPr txBox="1"/>
          <p:nvPr userDrawn="1"/>
        </p:nvSpPr>
        <p:spPr>
          <a:xfrm>
            <a:off x="457200" y="22671"/>
            <a:ext cx="7001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Gruppe 7</a:t>
            </a:r>
            <a:r>
              <a:rPr lang="de-DE" sz="1200" b="1" baseline="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endParaRPr lang="de-DE" sz="12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9" name="Gerade Verbindung 10"/>
          <p:cNvCxnSpPr/>
          <p:nvPr userDrawn="1"/>
        </p:nvCxnSpPr>
        <p:spPr>
          <a:xfrm>
            <a:off x="457200" y="4713670"/>
            <a:ext cx="8229600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803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82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8" r:id="rId8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1" kern="1200" cap="all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Symbol" panose="05050102010706020507" pitchFamily="18" charset="2"/>
        <a:defRPr sz="1200" kern="1200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marL="4572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2pPr>
      <a:lvl3pPr marL="9144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3pPr>
      <a:lvl4pPr marL="1371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4pPr>
      <a:lvl5pPr marL="18288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0" descr="Logo Universität Leipzig">
            <a:extLst>
              <a:ext uri="{FF2B5EF4-FFF2-40B4-BE49-F238E27FC236}">
                <a16:creationId xmlns:a16="http://schemas.microsoft.com/office/drawing/2014/main" id="{1727DE0D-6C6D-D0B8-E27C-48F66B20B6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093"/>
            <a:ext cx="3429000" cy="1442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0" name="Titel 1"/>
          <p:cNvSpPr>
            <a:spLocks noGrp="1"/>
          </p:cNvSpPr>
          <p:nvPr>
            <p:ph type="ctrTitle"/>
          </p:nvPr>
        </p:nvSpPr>
        <p:spPr bwMode="auto">
          <a:xfrm>
            <a:off x="295275" y="2079625"/>
            <a:ext cx="8093075" cy="1485900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de-DE" altLang="de-DE" sz="2800" cap="none" dirty="0">
                <a:latin typeface="Arial" panose="020B0604020202020204" pitchFamily="34" charset="0"/>
                <a:cs typeface="Arial" panose="020B0604020202020204" pitchFamily="34" charset="0"/>
              </a:rPr>
              <a:t>Gruppe 4: US </a:t>
            </a:r>
            <a:r>
              <a:rPr lang="de-DE" altLang="de-DE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Census</a:t>
            </a:r>
            <a:r>
              <a:rPr lang="de-DE" altLang="de-DE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Data Pittsburgh/</a:t>
            </a:r>
            <a:r>
              <a:rPr lang="de-DE" altLang="de-DE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Allegheny</a:t>
            </a:r>
            <a:r>
              <a:rPr lang="de-DE" altLang="de-DE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1870</a:t>
            </a:r>
          </a:p>
        </p:txBody>
      </p:sp>
      <p:sp>
        <p:nvSpPr>
          <p:cNvPr id="17411" name="Untertitel 2"/>
          <p:cNvSpPr>
            <a:spLocks noGrp="1"/>
          </p:cNvSpPr>
          <p:nvPr>
            <p:ph type="subTitle" idx="1"/>
          </p:nvPr>
        </p:nvSpPr>
        <p:spPr>
          <a:xfrm>
            <a:off x="295275" y="1606550"/>
            <a:ext cx="6400800" cy="473075"/>
          </a:xfrm>
        </p:spPr>
        <p:txBody>
          <a:bodyPr/>
          <a:lstStyle/>
          <a:p>
            <a:pPr eaLnBrk="1" hangingPunct="1"/>
            <a:r>
              <a:rPr lang="de-DE" altLang="de-DE" dirty="0">
                <a:latin typeface="Arial" panose="020B0604020202020204" pitchFamily="34" charset="0"/>
                <a:cs typeface="Arial" panose="020B0604020202020204" pitchFamily="34" charset="0"/>
              </a:rPr>
              <a:t>Computergenealogie und Digitale Sozialgeschichte</a:t>
            </a:r>
          </a:p>
        </p:txBody>
      </p:sp>
      <p:sp>
        <p:nvSpPr>
          <p:cNvPr id="17414" name="Inhaltsplatzhalter 3"/>
          <p:cNvSpPr>
            <a:spLocks noGrp="1"/>
          </p:cNvSpPr>
          <p:nvPr>
            <p:ph sz="half" idx="4294967295"/>
          </p:nvPr>
        </p:nvSpPr>
        <p:spPr>
          <a:xfrm>
            <a:off x="295275" y="3600450"/>
            <a:ext cx="3744913" cy="517525"/>
          </a:xfrm>
        </p:spPr>
        <p:txBody>
          <a:bodyPr/>
          <a:lstStyle/>
          <a:p>
            <a:pPr marL="0" indent="0" eaLnBrk="1" hangingPunct="1"/>
            <a:r>
              <a:rPr lang="de-DE" altLang="de-DE" sz="1600" dirty="0">
                <a:latin typeface="Arial" panose="020B0604020202020204" pitchFamily="34" charset="0"/>
                <a:cs typeface="Arial" panose="020B0604020202020204" pitchFamily="34" charset="0"/>
              </a:rPr>
              <a:t>Leipzig, 05.02.2026</a:t>
            </a:r>
          </a:p>
          <a:p>
            <a:pPr marL="0" indent="0" eaLnBrk="1" hangingPunct="1"/>
            <a:r>
              <a:rPr lang="de-DE" altLang="de-DE" sz="1600" dirty="0">
                <a:latin typeface="Arial" panose="020B0604020202020204" pitchFamily="34" charset="0"/>
                <a:cs typeface="Arial" panose="020B0604020202020204" pitchFamily="34" charset="0"/>
              </a:rPr>
              <a:t>Robin Hummel, Tim Hamann</a:t>
            </a:r>
          </a:p>
        </p:txBody>
      </p:sp>
      <p:sp>
        <p:nvSpPr>
          <p:cNvPr id="17412" name="Bildplatzhalter 1" descr="Bildplatzhalter 1"/>
          <p:cNvSpPr>
            <a:spLocks noGrp="1" noTextEdit="1"/>
          </p:cNvSpPr>
          <p:nvPr>
            <p:ph type="pic" sz="quarter" idx="11"/>
          </p:nvPr>
        </p:nvSpPr>
        <p:spPr>
          <a:xfrm>
            <a:off x="295275" y="4438650"/>
            <a:ext cx="2044700" cy="517525"/>
          </a:xfrm>
        </p:spPr>
        <p:txBody>
          <a:bodyPr/>
          <a:lstStyle/>
          <a:p>
            <a:endParaRPr lang="de-DE"/>
          </a:p>
        </p:txBody>
      </p:sp>
      <p:sp>
        <p:nvSpPr>
          <p:cNvPr id="17413" name="Bildplatzhalter 1" descr="Bildplatzhalter 1"/>
          <p:cNvSpPr>
            <a:spLocks noGrp="1" noTextEdit="1"/>
          </p:cNvSpPr>
          <p:nvPr>
            <p:ph type="pic" sz="quarter" idx="12"/>
          </p:nvPr>
        </p:nvSpPr>
        <p:spPr>
          <a:xfrm>
            <a:off x="2473325" y="4438650"/>
            <a:ext cx="2044700" cy="517525"/>
          </a:xfrm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0AB80E6-D183-ED22-5C7D-BDAB0782D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 für Datensatz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14017F6F-54A9-8D85-9DD4-30610551C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IPUMS US </a:t>
            </a:r>
            <a:r>
              <a:rPr lang="de-DE" dirty="0" err="1"/>
              <a:t>Census</a:t>
            </a:r>
            <a:r>
              <a:rPr lang="de-DE" dirty="0"/>
              <a:t> Data</a:t>
            </a:r>
          </a:p>
          <a:p>
            <a:r>
              <a:rPr lang="de-DE" dirty="0"/>
              <a:t>Anfrage ignoriert</a:t>
            </a:r>
          </a:p>
          <a:p>
            <a:r>
              <a:rPr lang="de-DE" dirty="0"/>
              <a:t>Kleinerer Datensatz muss reichen (ca. 140000)</a:t>
            </a:r>
          </a:p>
          <a:p>
            <a:r>
              <a:rPr lang="de-DE" dirty="0"/>
              <a:t>Größte Varianz an Daten 1870</a:t>
            </a:r>
          </a:p>
          <a:p>
            <a:pPr lvl="1"/>
            <a:r>
              <a:rPr lang="de-DE" dirty="0"/>
              <a:t>Mother/Father </a:t>
            </a:r>
            <a:r>
              <a:rPr lang="de-DE" dirty="0" err="1"/>
              <a:t>foreign</a:t>
            </a:r>
            <a:r>
              <a:rPr lang="de-DE" dirty="0"/>
              <a:t> </a:t>
            </a:r>
            <a:r>
              <a:rPr lang="de-DE" dirty="0" err="1"/>
              <a:t>born</a:t>
            </a:r>
            <a:r>
              <a:rPr lang="de-DE" dirty="0"/>
              <a:t>?</a:t>
            </a:r>
          </a:p>
          <a:p>
            <a:pPr lvl="1"/>
            <a:r>
              <a:rPr lang="de-DE" dirty="0" err="1"/>
              <a:t>Can‘t</a:t>
            </a:r>
            <a:r>
              <a:rPr lang="de-DE" dirty="0"/>
              <a:t> </a:t>
            </a:r>
            <a:r>
              <a:rPr lang="de-DE" dirty="0" err="1"/>
              <a:t>read</a:t>
            </a:r>
            <a:r>
              <a:rPr lang="de-DE" dirty="0"/>
              <a:t>/</a:t>
            </a:r>
            <a:r>
              <a:rPr lang="de-DE" dirty="0" err="1"/>
              <a:t>write</a:t>
            </a:r>
            <a:r>
              <a:rPr lang="de-DE" dirty="0"/>
              <a:t>?</a:t>
            </a:r>
          </a:p>
          <a:p>
            <a:pPr lvl="1"/>
            <a:r>
              <a:rPr lang="de-DE" dirty="0"/>
              <a:t>Can Vote?</a:t>
            </a:r>
          </a:p>
          <a:p>
            <a:pPr lvl="1"/>
            <a:r>
              <a:rPr lang="de-DE" dirty="0"/>
              <a:t>Sane?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66A80658-7D42-C208-7B0A-E26C372FD4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26" name="Picture 2" descr="IPUMS International">
            <a:extLst>
              <a:ext uri="{FF2B5EF4-FFF2-40B4-BE49-F238E27FC236}">
                <a16:creationId xmlns:a16="http://schemas.microsoft.com/office/drawing/2014/main" id="{4471A085-969D-61BA-BF14-ACB91E4298C6}"/>
              </a:ext>
            </a:extLst>
          </p:cNvPr>
          <p:cNvPicPr>
            <a:picLocks noGrp="1" noChangeAspect="1" noChangeArrowheads="1"/>
          </p:cNvPicPr>
          <p:nvPr>
            <p:ph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508600"/>
            <a:ext cx="3962400" cy="81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eft on read | Slang | Dictionary.com">
            <a:extLst>
              <a:ext uri="{FF2B5EF4-FFF2-40B4-BE49-F238E27FC236}">
                <a16:creationId xmlns:a16="http://schemas.microsoft.com/office/drawing/2014/main" id="{BAB595CF-13CB-DEB2-4684-0A4E2A85AA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55" b="26186"/>
          <a:stretch>
            <a:fillRect/>
          </a:stretch>
        </p:blipFill>
        <p:spPr bwMode="auto">
          <a:xfrm>
            <a:off x="3440243" y="1617133"/>
            <a:ext cx="581722" cy="706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2220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4D21AB-6CFE-1743-ACE4-52BE38B74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Kritik am Datensatz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83610B-8920-A068-19ED-E8A6F0A1A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Erlaubt nur grobe Einordnung</a:t>
            </a:r>
          </a:p>
          <a:p>
            <a:pPr lvl="1"/>
            <a:r>
              <a:rPr lang="de-DE" dirty="0"/>
              <a:t>Basierend auf generalisierte Statistik</a:t>
            </a:r>
          </a:p>
          <a:p>
            <a:r>
              <a:rPr lang="de-DE" dirty="0"/>
              <a:t>Zuziehen anderer Quellen zum nachprüfen von Zusammenhängen</a:t>
            </a:r>
          </a:p>
          <a:p>
            <a:r>
              <a:rPr lang="de-DE" dirty="0"/>
              <a:t>Inkonsistente Benennung</a:t>
            </a:r>
          </a:p>
          <a:p>
            <a:pPr lvl="1"/>
            <a:r>
              <a:rPr lang="de-DE" dirty="0"/>
              <a:t>ATSCHOOL/ATTENDSCHOOL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6652F71-B1DA-1097-796F-3271A13D8A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CC10DB60-481C-A087-BEB1-AD5D6B862263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4724400" y="2130199"/>
            <a:ext cx="3962400" cy="1951490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16BC61-0ED9-357D-9C6D-81BCC5E29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6F2A070-8A77-484A-BFE7-6B1E5C215647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3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944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75E636-BDB1-DF17-B79B-397D0710B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</p:spPr>
        <p:txBody>
          <a:bodyPr anchor="b">
            <a:normAutofit/>
          </a:bodyPr>
          <a:lstStyle/>
          <a:p>
            <a:r>
              <a:rPr lang="de-DE" dirty="0"/>
              <a:t>Forschungsfragen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32B2B2F-1394-E2D2-E633-32992B412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6600F1-D0FF-9C07-4336-43E957C4F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E6F2A070-8A77-484A-BFE7-6B1E5C215647}" type="slidenum">
              <a:rPr lang="de-DE" altLang="de-DE" sz="1000" smtClean="0">
                <a:solidFill>
                  <a:srgbClr val="D8413E"/>
                </a:solidFill>
              </a:rPr>
              <a:pPr>
                <a:spcAft>
                  <a:spcPts val="600"/>
                </a:spcAft>
                <a:defRPr/>
              </a:pPr>
              <a:t>4</a:t>
            </a:fld>
            <a:endParaRPr lang="de-DE" altLang="de-DE" sz="1000">
              <a:solidFill>
                <a:srgbClr val="D8413E"/>
              </a:solidFill>
            </a:endParaRPr>
          </a:p>
        </p:txBody>
      </p:sp>
      <p:graphicFrame>
        <p:nvGraphicFramePr>
          <p:cNvPr id="8" name="Inhaltsplatzhalter 2">
            <a:extLst>
              <a:ext uri="{FF2B5EF4-FFF2-40B4-BE49-F238E27FC236}">
                <a16:creationId xmlns:a16="http://schemas.microsoft.com/office/drawing/2014/main" id="{A29A009A-6ACB-8CF7-A1F7-BB202F3EAC22}"/>
              </a:ext>
            </a:extLst>
          </p:cNvPr>
          <p:cNvGraphicFramePr>
            <a:graphicFrameLocks noGrp="1"/>
          </p:cNvGraphicFramePr>
          <p:nvPr>
            <p:ph type="chart" sz="quarter" idx="16"/>
            <p:extLst>
              <p:ext uri="{D42A27DB-BD31-4B8C-83A1-F6EECF244321}">
                <p14:modId xmlns:p14="http://schemas.microsoft.com/office/powerpoint/2010/main" val="1388425887"/>
              </p:ext>
            </p:extLst>
          </p:nvPr>
        </p:nvGraphicFramePr>
        <p:xfrm>
          <a:off x="457200" y="1229028"/>
          <a:ext cx="8229600" cy="3061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3754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76AE39-81A6-06DA-4E24-B5EA63D6A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Herangehensweise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719D5B1-542D-6773-0DF0-1F71C9D1F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Datensätze (vergeblich) gesucht</a:t>
            </a:r>
          </a:p>
          <a:p>
            <a:r>
              <a:rPr lang="de-DE" dirty="0"/>
              <a:t>Skript zum </a:t>
            </a:r>
            <a:r>
              <a:rPr lang="de-DE" dirty="0" err="1"/>
              <a:t>encoden</a:t>
            </a:r>
            <a:r>
              <a:rPr lang="de-DE" dirty="0"/>
              <a:t> erstellt</a:t>
            </a:r>
          </a:p>
          <a:p>
            <a:r>
              <a:rPr lang="de-DE" dirty="0"/>
              <a:t>In Zukunft:</a:t>
            </a:r>
          </a:p>
          <a:p>
            <a:pPr lvl="1"/>
            <a:r>
              <a:rPr lang="de-DE" dirty="0"/>
              <a:t>Visualisierung von Daten</a:t>
            </a:r>
          </a:p>
          <a:p>
            <a:pPr lvl="1"/>
            <a:r>
              <a:rPr lang="de-DE" dirty="0"/>
              <a:t>Skript ausweiten</a:t>
            </a:r>
          </a:p>
          <a:p>
            <a:pPr lvl="1"/>
            <a:r>
              <a:rPr lang="de-DE" dirty="0"/>
              <a:t>Interaktive Webseite erstellen</a:t>
            </a:r>
          </a:p>
          <a:p>
            <a:pPr lvl="1"/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15AA59F-C42D-B945-6E28-2844A50B20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E92D9F8-99D6-A9CD-A5A0-932480B7438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de-DE" dirty="0"/>
              <a:t>Tech-Stack:</a:t>
            </a:r>
          </a:p>
          <a:p>
            <a:pPr lvl="1"/>
            <a:r>
              <a:rPr lang="de-DE" dirty="0"/>
              <a:t>Backend Python</a:t>
            </a:r>
          </a:p>
          <a:p>
            <a:pPr lvl="1"/>
            <a:r>
              <a:rPr lang="de-DE" dirty="0"/>
              <a:t>Frontend Vue.js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44D19E-3014-F24A-64F5-03D9FCDB9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98C2DD5-50CB-445D-B765-8AD2D4C5531F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5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223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7D564E-B8F8-32F2-F5FB-7C543AF21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</p:spPr>
        <p:txBody>
          <a:bodyPr anchor="b">
            <a:normAutofit/>
          </a:bodyPr>
          <a:lstStyle/>
          <a:p>
            <a:r>
              <a:rPr lang="de-DE" dirty="0"/>
              <a:t>Fragen an das Publikum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7D1E9B-2A5C-E0E2-32A0-C6B3B7525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17133"/>
            <a:ext cx="3952240" cy="2977092"/>
          </a:xfrm>
        </p:spPr>
        <p:txBody>
          <a:bodyPr>
            <a:normAutofit/>
          </a:bodyPr>
          <a:lstStyle/>
          <a:p>
            <a:r>
              <a:rPr lang="de-DE" dirty="0"/>
              <a:t>Wissen Sie vielleicht noch von weiteren Quellen für US </a:t>
            </a:r>
            <a:r>
              <a:rPr lang="de-DE" dirty="0" err="1"/>
              <a:t>Census</a:t>
            </a:r>
            <a:r>
              <a:rPr lang="de-DE" dirty="0"/>
              <a:t> Data?</a:t>
            </a:r>
          </a:p>
          <a:p>
            <a:r>
              <a:rPr lang="de-DE" dirty="0"/>
              <a:t>Gibt es bestimmte Subthemen, die mehr Beachtung finden sollten?</a:t>
            </a:r>
          </a:p>
          <a:p>
            <a:r>
              <a:rPr lang="de-DE" dirty="0"/>
              <a:t>Sollte man die Forschung </a:t>
            </a:r>
            <a:r>
              <a:rPr lang="de-DE" dirty="0" err="1"/>
              <a:t>mglw</a:t>
            </a:r>
            <a:r>
              <a:rPr lang="de-DE" dirty="0"/>
              <a:t>. in eine andere Richtung lenken? </a:t>
            </a:r>
          </a:p>
        </p:txBody>
      </p:sp>
      <p:sp>
        <p:nvSpPr>
          <p:cNvPr id="2055" name="Text Placeholder 3">
            <a:extLst>
              <a:ext uri="{FF2B5EF4-FFF2-40B4-BE49-F238E27FC236}">
                <a16:creationId xmlns:a16="http://schemas.microsoft.com/office/drawing/2014/main" id="{1F6FB778-2C1F-808B-1156-C53A73F31A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139588"/>
            <a:ext cx="8229600" cy="364092"/>
          </a:xfrm>
        </p:spPr>
        <p:txBody>
          <a:bodyPr/>
          <a:lstStyle/>
          <a:p>
            <a:endParaRPr lang="en-US"/>
          </a:p>
        </p:txBody>
      </p:sp>
      <p:pic>
        <p:nvPicPr>
          <p:cNvPr id="2050" name="Picture 2" descr="Allegheny County Map">
            <a:extLst>
              <a:ext uri="{FF2B5EF4-FFF2-40B4-BE49-F238E27FC236}">
                <a16:creationId xmlns:a16="http://schemas.microsoft.com/office/drawing/2014/main" id="{16B5A45C-1FA9-36F4-7328-129CCAE46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38709" y="1617133"/>
            <a:ext cx="3133781" cy="2977092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ABA276-A76E-BEF1-A417-39E6696DE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E6F2A070-8A77-484A-BFE7-6B1E5C215647}" type="slidenum">
              <a:rPr lang="de-DE" altLang="de-DE" sz="1000" smtClean="0">
                <a:solidFill>
                  <a:srgbClr val="D8413E"/>
                </a:solidFill>
              </a:rPr>
              <a:pPr>
                <a:spcAft>
                  <a:spcPts val="600"/>
                </a:spcAft>
                <a:defRPr/>
              </a:pPr>
              <a:t>6</a:t>
            </a:fld>
            <a:endParaRPr lang="de-DE" altLang="de-DE" sz="1000">
              <a:solidFill>
                <a:srgbClr val="D841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268483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1_UniLeipzig_PPT Vorlage">
  <a:themeElements>
    <a:clrScheme name="Universität Leipzig">
      <a:dk1>
        <a:sysClr val="windowText" lastClr="000000"/>
      </a:dk1>
      <a:lt1>
        <a:sysClr val="window" lastClr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usterfoliensatz_16zu9_bf-v0.03.potx" id="{7DE57E75-78F7-4AA2-B456-AE273B20140A}" vid="{D3E1DA1E-723E-4DFB-B997-8A2E5E08277C}"/>
    </a:ext>
  </a:extLst>
</a:theme>
</file>

<file path=ppt/theme/theme2.xml><?xml version="1.0" encoding="utf-8"?>
<a:theme xmlns:a="http://schemas.openxmlformats.org/drawingml/2006/main" name="Master2_UniLeipzig_PPT Vorlage">
  <a:themeElements>
    <a:clrScheme name="Universität Leipzig">
      <a:dk1>
        <a:sysClr val="windowText" lastClr="000000"/>
      </a:dk1>
      <a:lt1>
        <a:sysClr val="window" lastClr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i="0" smtClean="0">
            <a:latin typeface="+mn-lt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usterfoliensatz_16zu9_bf-v0.03.potx" id="{7DE57E75-78F7-4AA2-B456-AE273B20140A}" vid="{A8819F72-0622-491D-BFC5-592B045F67FB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Musterfoliensatz_16zu9_bf-v1.00</Template>
  <TotalTime>0</TotalTime>
  <Words>171</Words>
  <Application>Microsoft Office PowerPoint</Application>
  <PresentationFormat>Bildschirmpräsentation (16:9)</PresentationFormat>
  <Paragraphs>41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6</vt:i4>
      </vt:variant>
    </vt:vector>
  </HeadingPairs>
  <TitlesOfParts>
    <vt:vector size="13" baseType="lpstr">
      <vt:lpstr>Arial</vt:lpstr>
      <vt:lpstr>Arial Unicode MS</vt:lpstr>
      <vt:lpstr>Calibri</vt:lpstr>
      <vt:lpstr>Futura</vt:lpstr>
      <vt:lpstr>Symbol</vt:lpstr>
      <vt:lpstr>Master1_UniLeipzig_PPT Vorlage</vt:lpstr>
      <vt:lpstr>Master2_UniLeipzig_PPT Vorlage</vt:lpstr>
      <vt:lpstr>Gruppe 4: US Census Data Pittsburgh/Allegheny 1870</vt:lpstr>
      <vt:lpstr>Motivation für Datensatz</vt:lpstr>
      <vt:lpstr>Kritik am Datensatz</vt:lpstr>
      <vt:lpstr>Forschungsfragen</vt:lpstr>
      <vt:lpstr>Herangehensweise</vt:lpstr>
      <vt:lpstr>Fragen an das Publikum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Hamann, Tim</dc:creator>
  <cp:lastModifiedBy>Hamann, Tim</cp:lastModifiedBy>
  <cp:revision>1</cp:revision>
  <cp:lastPrinted>2017-09-28T12:33:25Z</cp:lastPrinted>
  <dcterms:created xsi:type="dcterms:W3CDTF">2026-02-02T15:41:50Z</dcterms:created>
  <dcterms:modified xsi:type="dcterms:W3CDTF">2026-02-02T16:30:53Z</dcterms:modified>
</cp:coreProperties>
</file>